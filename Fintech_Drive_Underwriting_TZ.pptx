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Система андеррайтинга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Drive · Uzum Ecosystem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ТЗ и реализованный функционал платформы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1828800" cy="365760"/>
          </a:xfrm>
          <a:prstGeom prst="rect">
            <a:avLst>
              <a:gd name="adj" fmla="val 12500"/>
            </a:avLst>
          </a:prstGeom>
          <a:solidFill>
            <a:srgbClr val="6B3FA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Февраль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v1.0 · Веб-платформа для оцифровки процесса андеррайтинга автолизинга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за система?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Веб-платформа для оцифровки процесса андеррайтинга автолизинга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Было (Excel)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Ручные Excel-анкеты с ошибками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Расчёт DTI вручную — высокий риск ошибки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Нет истории изменений и аудита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Нет единой базы решений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Персональные данные без защиты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931920" cy="4572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Стало (Платформа)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Цифровые анкеты с валидацией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Автоматический расчёт DTI, платежей, КИ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Полная история + аудит изменений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Доступ к данным — только руководители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4F6E"/>
                </a:solidFill>
              </a:rPr>
              <a:t>Шифрование AES-256 + роли доступа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3F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33472" y="379476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33472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633472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9744" y="379476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9744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809744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Полей анкеты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86016" y="379476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86016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86016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Автоформул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Основные модули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Авторизация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JWT-токены, bcrypt, 9 прав доступа, роли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8229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Анкета клиента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полей, физ. и юр. лица, вкладки, валидация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Андеррайтинг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Авторасчёт DTI, вердикт, категории просрочки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65960"/>
            <a:ext cx="54864" cy="8229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 + QR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 в PDF, QR-код на публичную страницу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4300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Доступ к данным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Руководители: просмотр и выгрузка данных клиентов + история скоринга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54864" cy="8229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Калькулятор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Аннуитет, макс. авто, рекомендации по ПВ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14300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Админ-панель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4300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правила, экспорт Excel, Telegram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модули предусмотрены в ТЗ v1.0 — большинство уже реализовано в коде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Роли и права доступа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Гибкая система: 9 гранулярных прав доступа, кастомные роли через админ-панель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Право доступа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Инспектор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Создание анкет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Редактирование (свои / любые)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любую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свои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Просмотр всех анкет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андеррайтера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пользователями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правилами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Экспорт Excel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062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В реализации: 9 гранулярных прав (anketa_create, anketa_edit, anketa_view_all, anketa_conclude, anketa_delete, user_manage, analytics_view, export_excel, rules_manage) — администратор может создавать кастомные роли через интерфейс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Анкета клиента — 6 блоков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Личная информация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ФИО, паспорт, ПИНФ, адреса, телефоны, контакты родственников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143000"/>
            <a:ext cx="457200" cy="457200"/>
          </a:xfrm>
          <a:prstGeom prst="ellipse">
            <a:avLst/>
          </a:prstGeom>
          <a:solidFill>
            <a:srgbClr val="8B5CC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Условия сделки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Партнёр, авто, стоимость, ПВ%, срок, ставка, авто-расчёт платежа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143000"/>
            <a:ext cx="457200" cy="45720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Доходы клиента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Зарплата, обороты, доп. доход — авто-расчёт среднемесячного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Кредитная история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Обязательства, просрочки, DTI — автопроверка категорий КИ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0175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233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Телефонное интервью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Вопросник из 3 разделов: личность, цель покупки, доходы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0175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История изменений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Дельта: что было → что стало, кто изменил, когда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Автоматические расчёты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Формулы платформы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480560" cy="45720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ПВ сумма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Стоимость × ПВ%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4480560" cy="45720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67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(тело)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167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Стоимость − ПВ сумма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34056"/>
            <a:ext cx="4480560" cy="45720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34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Ежемес. платёж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734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Аннуитет: тело × r(1+r)ⁿ / ((1+r)ⁿ−1)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00984"/>
            <a:ext cx="4480560" cy="45720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00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Среднемес. доход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300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Σ(все доходы) / периоды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67912"/>
            <a:ext cx="4480560" cy="457200"/>
          </a:xfrm>
          <a:prstGeom prst="rect">
            <a:avLst/>
          </a:prstGeom>
          <a:solidFill>
            <a:srgbClr val="F7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679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8679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(платёж + долги) / доход × 100%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005840"/>
            <a:ext cx="29260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Зоны DTI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0" y="1645920"/>
            <a:ext cx="2560320" cy="685800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 50%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264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Одобрено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514600"/>
            <a:ext cx="256032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50–60%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2648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рассмотрении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383280"/>
            <a:ext cx="2560320" cy="68580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60%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4251960"/>
            <a:ext cx="2560320" cy="45720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расчёты выполняются автоматически на сервере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Проверка кредитной истории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решение по категории и давности просрочки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Давность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30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31–60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12 мес назад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31–60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мес назад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ПВ +5%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31–60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 мес назад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ОТКАЗ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61–90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12 мес назад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ПВ +10%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61–90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12 мес назад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ОТКАЗ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24 мес назад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ПВ +20% + поруч.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дней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24 мес назад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ОТКАЗ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3891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настраиваются через админ-панель (раздел «Правила андеррайтинга»). Администратор может менять пороги DTI, проценты ПВ и давность — без изменения кода.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Заключение + PDF + QR-код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формируется заключение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320040" cy="3200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из анкеты собираются автоматически (ФИО, авто, доход, DTI)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212848"/>
            <a:ext cx="320040" cy="3200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рассчитывает DTI и проверяет КИ → авто-решение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779776"/>
            <a:ext cx="320040" cy="3200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797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734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Андеррайтер выбирает финальное решение + комментарий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346704"/>
            <a:ext cx="320040" cy="3200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3009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Генерируется PDF с QR-кодом → UUID-ссылка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913632"/>
            <a:ext cx="320040" cy="3200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13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867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сохраняется в системе, данные доступны руководителям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00584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Решения андеррайтера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1508760"/>
            <a:ext cx="2560320" cy="320040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Одобрено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892808"/>
            <a:ext cx="25603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892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рассмотрении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276856"/>
            <a:ext cx="2560320" cy="32004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2768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андеррайтера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301752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QR-код и PDF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34747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Уникальный UUID для каждого заключения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QR ведёт на /decision/{uuid}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Публичная страница — без авторизации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Повторный андеррайтинг — новый PDF, новый UUID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Калькулятор андеррайтера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/calculator — доступна всем авторизованным пользователям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Входные данные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Доход клиента в месяц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Долговая нагрузка в месяц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Стоимость авто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Первоначальный взнос (% — по умолч. 10%)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Срок кредита (мес — по умолч. 36)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Процентная ставка (годовая — 30.5%)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Макс. допустимый DTI (50%)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Результаты расчёта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Ежемесячный платёж (аннуитет)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DTI по сделке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ПРОХОДИТ / НЕ ПРОХОДИТ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Макс. платёж / тело / стоимость авто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Мин. ПВ для текущего авто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Мин. срок для одобрения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4F6E"/>
                </a:solidFill>
              </a:rPr>
              <a:t>Таблица вариантов: 12/24/36/48/60 мес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если не проходит:  Вариант 1 — авто дешевле  |  Вариант 2 — увеличить ПВ  |  Вариант 3 — увеличить срок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Доступ руководителей к данным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руководители могут просматривать и скачивать данные клиентов и историю скоринга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2926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👁️  Просмотр данных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Полные данные клиентов (ФИО, ПИНФ, паспорт)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История скоринга и все версии заключений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Аудит: кто просматривал, кто изменял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Аналитика: конверсия, DTI-тренды, статистика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Статистика по сотрудникам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29260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📥  Выгрузка из БД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Экспорт в Excel (2 листа: физ. + юр. лица)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Скачивание PDF-заключений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Фильтр по дате, статусу, сотруднику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30+ столбцов: данные клиента, авто, DTI, решение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4F6E"/>
                </a:solidFill>
              </a:rPr>
              <a:t>Стилизованные заголовки, авто-ширина колонок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Кто видит что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Руководитель / Админ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Инспектор / Андеррайтер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ПИНФ / Паспорт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Полный доступ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Скрыто (****)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Excel-экспорт всех анкет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Скачивание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Недоступно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 скоринга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Все анкеты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Только свои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Безопасность и персональные данные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Шифрование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ПИНФ и паспорт — AES-256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Пароли — bcrypt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JWT-токены (8 часов)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33472" y="10058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33472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70632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Доступ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0632" y="196596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9 гранулярных прав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ПИНФ скрыт ****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Только админ видит персданные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9744" y="10058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9744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46904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Аудит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46904" y="196596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История всех изменений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Лог просмотров анкет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Причина каждого удаления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100584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6016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23176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Юридическое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23176" y="196596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Чекбокс согласия обязателен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Персданные скрыты от инспекторов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A4F6E"/>
                </a:solidFill>
              </a:rPr>
              <a:t>SHA-256 хэш для дедупликации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Хранение данных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хранится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ПИНФ / Паспорт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БД (AES-256)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Администратор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Заключения PDF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БД + файлы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руководители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 скоринга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БД (anketa_history)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руководители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уже реализовано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реализации по модулям платформы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Авторизация JWT + bcrypt + роли (9 прав)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184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Анкеты: физ. лица + юр. лица (200+ полей)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3969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Авторасчёт: платёж, DTI, доход, остаток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6090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Авто-вердикт: DTI + просрочка + ПВ-коррекция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8211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Дедупликация (ПИНФ, паспорт, телефон, ИНН)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Workflow: черновик → сохранена → решение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245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История изменений + лог просмотров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09728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Запрос на правку + аппрув администратора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618488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6184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Уведомления (in-app + Telegram)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139696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13969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Админ-панель: пользователи, правила, риски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66090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Экспорт Excel (2 листа: физ. + юр. лица)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182112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18211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Аналитика: конверсия, DTI-тренд, статистика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70332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Доступ руководителей к данным и истории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4224528"/>
            <a:ext cx="4023360" cy="429768"/>
          </a:xfrm>
          <a:prstGeom prst="rect">
            <a:avLst/>
          </a:prstGeom>
          <a:solidFill>
            <a:srgbClr val="E8F7F1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2245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Калькулятор андеррайтера (фронтенд)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709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В процессе: PDF генерация + QR-код · Публичная страница /decision/{uuid}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914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640080"/>
          </a:xfrm>
          <a:prstGeom prst="rect">
            <a:avLst/>
          </a:prstGeom>
          <a:solidFill>
            <a:srgbClr val="E34F2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914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(SPA)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База данных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691640"/>
            <a:ext cx="54864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Авторизация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Roles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Шифрование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(cryptography)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68880"/>
            <a:ext cx="54864" cy="6400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/ ReportLab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QR-код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0312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(Python)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2461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246120"/>
            <a:ext cx="54864" cy="64008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экспорт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(2 листа, стили)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2336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02336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Хостинг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0312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402336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23360"/>
            <a:ext cx="54864" cy="64008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Уведомления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+ Email SMTP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2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Этапы разработки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4114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960120"/>
            <a:ext cx="320040" cy="32004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+ роли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работает, пользователи созданы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0" y="91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417320"/>
            <a:ext cx="54864" cy="4114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клиента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поля + авторасчёт DTI/платежа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920240"/>
            <a:ext cx="54864" cy="4114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965960"/>
            <a:ext cx="320040" cy="32004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прав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работают, запрос правок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0" y="1920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423160"/>
            <a:ext cx="54864" cy="4114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 андеррайтера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Авто-вердикт + ручное решение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926080"/>
            <a:ext cx="54864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29718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QR-код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PDF с QR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46720" y="2926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⏳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3429000"/>
            <a:ext cx="54864" cy="4114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руководителей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7472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данных + Excel экспорт + история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46720" y="3429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3931920"/>
            <a:ext cx="54864" cy="4114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9728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47472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работает на сайте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4672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7200" y="4434840"/>
            <a:ext cx="54864" cy="4114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" y="4480560"/>
            <a:ext cx="320040" cy="320040"/>
          </a:xfrm>
          <a:prstGeom prst="ellipse">
            <a:avLst/>
          </a:prstGeom>
          <a:solidFill>
            <a:srgbClr val="1E8A5E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9728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+ деплой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47472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в продакшн (Railway)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046720" y="4434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57200" y="5074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прогресс: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828800" y="5074920"/>
            <a:ext cx="6858000" cy="182880"/>
          </a:xfrm>
          <a:prstGeom prst="rect">
            <a:avLst/>
          </a:prstGeom>
          <a:solidFill>
            <a:srgbClr val="E4DDEF"/>
          </a:solidFill>
          <a:ln/>
        </p:spPr>
      </p:sp>
      <p:sp>
        <p:nvSpPr>
          <p:cNvPr id="62" name="Shape 60"/>
          <p:cNvSpPr/>
          <p:nvPr/>
        </p:nvSpPr>
        <p:spPr>
          <a:xfrm>
            <a:off x="1828800" y="5074920"/>
            <a:ext cx="5852160" cy="182880"/>
          </a:xfrm>
          <a:prstGeom prst="rect">
            <a:avLst/>
          </a:prstGeom>
          <a:solidFill>
            <a:srgbClr val="1E8A5E"/>
          </a:solidFill>
          <a:ln/>
        </p:spPr>
      </p:sp>
      <p:sp>
        <p:nvSpPr>
          <p:cNvPr id="63" name="Text 61"/>
          <p:cNvSpPr/>
          <p:nvPr/>
        </p:nvSpPr>
        <p:spPr>
          <a:xfrm>
            <a:off x="43891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~87%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914400"/>
            <a:ext cx="1371600" cy="13716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388620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Fintech Drive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андеррайтинга · Uzum Ecosystem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3657600"/>
            <a:ext cx="3657600" cy="1828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v1.0 · Февраль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андеррайтинга — Fintech Drive</dc:title>
  <dc:subject>PptxGenJS Presentation</dc:subject>
  <dc:creator>Fintech Drive</dc:creator>
  <cp:lastModifiedBy>Fintech Drive</cp:lastModifiedBy>
  <cp:revision>1</cp:revision>
  <dcterms:created xsi:type="dcterms:W3CDTF">2026-02-28T08:00:14Z</dcterms:created>
  <dcterms:modified xsi:type="dcterms:W3CDTF">2026-02-28T08:00:14Z</dcterms:modified>
</cp:coreProperties>
</file>